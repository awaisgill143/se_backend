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4F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CareerLaunch AI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Job Interview Preparation Platform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0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MVP Specification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</a:rPr>
              <a:t>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5840" y="1371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Preparation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use 5+ different platforms (YouTube, LeetCode, Glassdoor, etc.)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</a:rPr>
              <a:t>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Learning Paths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606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courses teach general skills, not job-specific requirements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</a:rPr>
              <a:t>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3200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Readiness Feedback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don't know if they're actually ready for their target interview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0584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Mock Interviews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can't adapt or ask intelligent follow-ups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End-to-End Job Prep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6576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Paste Job Description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extracts skills, analyzes gaps,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personalized prep timeline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6576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554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Learn &amp; Practice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videos, courses, coding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company research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36576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08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Test Yourself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MCQs, coding challenges, system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behavioral questions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36576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3108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AI Mock Interviews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3474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interviews with adaptive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detailed feedback reports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0" y="4480560"/>
            <a:ext cx="36576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0" y="4617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Score: 87% Ready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 Modules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Job Parser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6459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skills, tech stack, experience level from any job posting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48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2103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 Paths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3774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playlists, courses, docs, projects tailored to job requirements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80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2834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Assessments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1089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MCQs, coding challenges, system design, behavioral questions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11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 Simulator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8404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interviews that ask follow-ups based on your answers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43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80160" y="4297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45720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radar charts, readiness scores, gap analysis, feedback reports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pastes job description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 &amp; shows skill gaps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1945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generates learning path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4688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606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606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learns via curated resources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288036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017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017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takes assessments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2918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34290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429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provides feedback &amp; insights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3703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3840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3840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practices mock interviews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4114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4251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4251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readiness score generated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46888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React.js + Next.js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Tailwind CSS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Monaco Editor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Recharts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RecordRTC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46888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0" y="201168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FastAPI (Python)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PostgreSQL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Redis Cache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Celery Queue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Judge0 API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1371600"/>
            <a:ext cx="246888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26480" y="201168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GPT-4 / Claude API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LangChain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BERT Embeddings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Pinecone VectorDB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 NLP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MVP Timeline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7680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56032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6459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parser, auth, dashboard UI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7680960" cy="731520"/>
          </a:xfrm>
          <a:prstGeom prst="rect">
            <a:avLst/>
          </a:prstGeom>
          <a:solidFill>
            <a:srgbClr val="F0F7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60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3-4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25603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API, resource engine, progress tracking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383280"/>
            <a:ext cx="7680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474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5-6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0" y="3474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34747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bank, coding challenges, auto-grading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7680960" cy="731520"/>
          </a:xfrm>
          <a:prstGeom prst="rect">
            <a:avLst/>
          </a:prstGeom>
          <a:solidFill>
            <a:srgbClr val="F0F7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389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7-8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6032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4389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bot, feedback system,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46888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5840" y="283464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active job prep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AI interviews/month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Basic assessments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Community access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1371600"/>
            <a:ext cx="2468880" cy="3474720"/>
          </a:xfrm>
          <a:prstGeom prst="rect">
            <a:avLst/>
          </a:prstGeom>
          <a:solidFill>
            <a:srgbClr val="028090"/>
          </a:solidFill>
          <a:ln w="381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645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0" y="2194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$19/mo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749040" y="283464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Unlimited job preps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Unlimited AI interviews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Advanced analytics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Resume optimization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246888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645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2194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$49/mo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92240" y="283464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Everything in Pro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1-on-1 mentorship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Salary negotiation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Career counseling AI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3152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Job-Specific Personalization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generic 'learn React' but 'learn React hooks because THIS job needs them'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73152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Platform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→ Practice → Test → Interview all in one place. No platform switching.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73152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43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AI Interviews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 adapts in real-time. Competitors use static question banks.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73152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429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3703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readiness metrics with specific gap identification, not vague 'keep practicing'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73152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Intelligence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company-specific interview patterns from real candidate experiences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34747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50M+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applications monthly (US alone)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645920"/>
            <a:ext cx="34747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828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0" y="2331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use multiple prep platforms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34747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4747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$3.5B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education market for job skills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3291840"/>
            <a:ext cx="34747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34747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029200" y="3977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willing to pay for better prep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4F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828800" y="2468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Build MVP in 8 weeks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2926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Launch beta with 100 university students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Iterate based on feedback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3840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Scale to broader market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0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transform job preparation 🚀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2026-02-08T17:16:17Z</dcterms:created>
  <dcterms:modified xsi:type="dcterms:W3CDTF">2026-02-08T17:16:17Z</dcterms:modified>
</cp:coreProperties>
</file>